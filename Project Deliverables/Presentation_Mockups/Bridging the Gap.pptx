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58" r:id="rId6"/>
    <p:sldId id="259" r:id="rId7"/>
    <p:sldId id="261" r:id="rId8"/>
    <p:sldId id="262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2FEE9-419B-46C2-B75E-48E1783F2F72}" v="5" dt="2021-10-03T21:22:57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es, Evan A" userId="74fe0a6f-3dcd-44be-86e7-63ef83898d21" providerId="ADAL" clId="{8892FEE9-419B-46C2-B75E-48E1783F2F72}"/>
    <pc:docChg chg="undo custSel addSld delSld modSld">
      <pc:chgData name="Jones, Evan A" userId="74fe0a6f-3dcd-44be-86e7-63ef83898d21" providerId="ADAL" clId="{8892FEE9-419B-46C2-B75E-48E1783F2F72}" dt="2021-10-04T22:44:18.587" v="1921" actId="47"/>
      <pc:docMkLst>
        <pc:docMk/>
      </pc:docMkLst>
      <pc:sldChg chg="add del">
        <pc:chgData name="Jones, Evan A" userId="74fe0a6f-3dcd-44be-86e7-63ef83898d21" providerId="ADAL" clId="{8892FEE9-419B-46C2-B75E-48E1783F2F72}" dt="2021-10-04T22:44:18.587" v="1921" actId="47"/>
        <pc:sldMkLst>
          <pc:docMk/>
          <pc:sldMk cId="3247035465" sldId="256"/>
        </pc:sldMkLst>
      </pc:sldChg>
      <pc:sldChg chg="addSp modSp mod">
        <pc:chgData name="Jones, Evan A" userId="74fe0a6f-3dcd-44be-86e7-63ef83898d21" providerId="ADAL" clId="{8892FEE9-419B-46C2-B75E-48E1783F2F72}" dt="2021-10-04T22:04:03.564" v="1914" actId="20577"/>
        <pc:sldMkLst>
          <pc:docMk/>
          <pc:sldMk cId="4247949293" sldId="258"/>
        </pc:sldMkLst>
        <pc:spChg chg="mod">
          <ac:chgData name="Jones, Evan A" userId="74fe0a6f-3dcd-44be-86e7-63ef83898d21" providerId="ADAL" clId="{8892FEE9-419B-46C2-B75E-48E1783F2F72}" dt="2021-10-03T20:59:21.672" v="239" actId="20577"/>
          <ac:spMkLst>
            <pc:docMk/>
            <pc:sldMk cId="4247949293" sldId="258"/>
            <ac:spMk id="2" creationId="{32FEE90D-BBD8-4477-8678-7AE2769BE063}"/>
          </ac:spMkLst>
        </pc:spChg>
        <pc:spChg chg="mod">
          <ac:chgData name="Jones, Evan A" userId="74fe0a6f-3dcd-44be-86e7-63ef83898d21" providerId="ADAL" clId="{8892FEE9-419B-46C2-B75E-48E1783F2F72}" dt="2021-10-03T20:44:53.093" v="5" actId="1076"/>
          <ac:spMkLst>
            <pc:docMk/>
            <pc:sldMk cId="4247949293" sldId="258"/>
            <ac:spMk id="46" creationId="{220AD98C-C827-4533-989F-95A9A1B20A0E}"/>
          </ac:spMkLst>
        </pc:spChg>
        <pc:spChg chg="mod">
          <ac:chgData name="Jones, Evan A" userId="74fe0a6f-3dcd-44be-86e7-63ef83898d21" providerId="ADAL" clId="{8892FEE9-419B-46C2-B75E-48E1783F2F72}" dt="2021-10-03T20:44:48.544" v="4" actId="1076"/>
          <ac:spMkLst>
            <pc:docMk/>
            <pc:sldMk cId="4247949293" sldId="258"/>
            <ac:spMk id="48" creationId="{EED2FCC3-7FD7-45CC-A074-3C69C8A91905}"/>
          </ac:spMkLst>
        </pc:spChg>
        <pc:spChg chg="mod">
          <ac:chgData name="Jones, Evan A" userId="74fe0a6f-3dcd-44be-86e7-63ef83898d21" providerId="ADAL" clId="{8892FEE9-419B-46C2-B75E-48E1783F2F72}" dt="2021-10-04T22:04:03.564" v="1914" actId="20577"/>
          <ac:spMkLst>
            <pc:docMk/>
            <pc:sldMk cId="4247949293" sldId="258"/>
            <ac:spMk id="50" creationId="{551BB826-1F43-4672-9B5A-C98C8529E8A3}"/>
          </ac:spMkLst>
        </pc:spChg>
        <pc:cxnChg chg="add mod">
          <ac:chgData name="Jones, Evan A" userId="74fe0a6f-3dcd-44be-86e7-63ef83898d21" providerId="ADAL" clId="{8892FEE9-419B-46C2-B75E-48E1783F2F72}" dt="2021-10-03T20:44:53.093" v="5" actId="1076"/>
          <ac:cxnSpMkLst>
            <pc:docMk/>
            <pc:sldMk cId="4247949293" sldId="258"/>
            <ac:cxnSpMk id="52" creationId="{91347220-A0F5-42B6-A407-38FD99C3940A}"/>
          </ac:cxnSpMkLst>
        </pc:cxnChg>
        <pc:cxnChg chg="add mod">
          <ac:chgData name="Jones, Evan A" userId="74fe0a6f-3dcd-44be-86e7-63ef83898d21" providerId="ADAL" clId="{8892FEE9-419B-46C2-B75E-48E1783F2F72}" dt="2021-10-03T20:44:48.544" v="4" actId="1076"/>
          <ac:cxnSpMkLst>
            <pc:docMk/>
            <pc:sldMk cId="4247949293" sldId="258"/>
            <ac:cxnSpMk id="54" creationId="{DA778E9B-5FE4-4264-9EAD-6FB293746127}"/>
          </ac:cxnSpMkLst>
        </pc:cxnChg>
        <pc:cxnChg chg="add">
          <ac:chgData name="Jones, Evan A" userId="74fe0a6f-3dcd-44be-86e7-63ef83898d21" providerId="ADAL" clId="{8892FEE9-419B-46C2-B75E-48E1783F2F72}" dt="2021-10-03T20:44:40.114" v="2" actId="11529"/>
          <ac:cxnSpMkLst>
            <pc:docMk/>
            <pc:sldMk cId="4247949293" sldId="258"/>
            <ac:cxnSpMk id="56" creationId="{93A10B48-317E-4F71-8898-39301C606A71}"/>
          </ac:cxnSpMkLst>
        </pc:cxnChg>
        <pc:cxnChg chg="add">
          <ac:chgData name="Jones, Evan A" userId="74fe0a6f-3dcd-44be-86e7-63ef83898d21" providerId="ADAL" clId="{8892FEE9-419B-46C2-B75E-48E1783F2F72}" dt="2021-10-03T20:44:44.698" v="3" actId="11529"/>
          <ac:cxnSpMkLst>
            <pc:docMk/>
            <pc:sldMk cId="4247949293" sldId="258"/>
            <ac:cxnSpMk id="58" creationId="{2A810DC5-54D5-4BA6-9E4E-4D97A54EE9F2}"/>
          </ac:cxnSpMkLst>
        </pc:cxnChg>
      </pc:sldChg>
      <pc:sldChg chg="modSp del mod">
        <pc:chgData name="Jones, Evan A" userId="74fe0a6f-3dcd-44be-86e7-63ef83898d21" providerId="ADAL" clId="{8892FEE9-419B-46C2-B75E-48E1783F2F72}" dt="2021-10-03T20:59:26.783" v="240" actId="2696"/>
        <pc:sldMkLst>
          <pc:docMk/>
          <pc:sldMk cId="4117409838" sldId="260"/>
        </pc:sldMkLst>
        <pc:spChg chg="mod">
          <ac:chgData name="Jones, Evan A" userId="74fe0a6f-3dcd-44be-86e7-63ef83898d21" providerId="ADAL" clId="{8892FEE9-419B-46C2-B75E-48E1783F2F72}" dt="2021-10-03T20:45:29.212" v="16" actId="20577"/>
          <ac:spMkLst>
            <pc:docMk/>
            <pc:sldMk cId="4117409838" sldId="260"/>
            <ac:spMk id="2" creationId="{73688119-1DBA-46F8-B647-E8B0D85B831F}"/>
          </ac:spMkLst>
        </pc:spChg>
        <pc:spChg chg="mod">
          <ac:chgData name="Jones, Evan A" userId="74fe0a6f-3dcd-44be-86e7-63ef83898d21" providerId="ADAL" clId="{8892FEE9-419B-46C2-B75E-48E1783F2F72}" dt="2021-10-03T20:46:29.109" v="225" actId="20577"/>
          <ac:spMkLst>
            <pc:docMk/>
            <pc:sldMk cId="4117409838" sldId="260"/>
            <ac:spMk id="3" creationId="{CE31CE75-0A7D-4374-8598-20500605E4B3}"/>
          </ac:spMkLst>
        </pc:spChg>
      </pc:sldChg>
      <pc:sldChg chg="modSp mod">
        <pc:chgData name="Jones, Evan A" userId="74fe0a6f-3dcd-44be-86e7-63ef83898d21" providerId="ADAL" clId="{8892FEE9-419B-46C2-B75E-48E1783F2F72}" dt="2021-10-03T21:09:44.962" v="1145" actId="20577"/>
        <pc:sldMkLst>
          <pc:docMk/>
          <pc:sldMk cId="3398596356" sldId="261"/>
        </pc:sldMkLst>
        <pc:spChg chg="mod">
          <ac:chgData name="Jones, Evan A" userId="74fe0a6f-3dcd-44be-86e7-63ef83898d21" providerId="ADAL" clId="{8892FEE9-419B-46C2-B75E-48E1783F2F72}" dt="2021-10-03T21:00:58.985" v="253" actId="20577"/>
          <ac:spMkLst>
            <pc:docMk/>
            <pc:sldMk cId="3398596356" sldId="261"/>
            <ac:spMk id="2" creationId="{71B2B541-5724-4023-8653-883D554C48C5}"/>
          </ac:spMkLst>
        </pc:spChg>
        <pc:spChg chg="mod">
          <ac:chgData name="Jones, Evan A" userId="74fe0a6f-3dcd-44be-86e7-63ef83898d21" providerId="ADAL" clId="{8892FEE9-419B-46C2-B75E-48E1783F2F72}" dt="2021-10-03T21:09:44.962" v="1145" actId="20577"/>
          <ac:spMkLst>
            <pc:docMk/>
            <pc:sldMk cId="3398596356" sldId="261"/>
            <ac:spMk id="3" creationId="{7878072B-D7C9-49B9-8D91-DA4DB6C796B0}"/>
          </ac:spMkLst>
        </pc:spChg>
      </pc:sldChg>
      <pc:sldChg chg="modSp mod">
        <pc:chgData name="Jones, Evan A" userId="74fe0a6f-3dcd-44be-86e7-63ef83898d21" providerId="ADAL" clId="{8892FEE9-419B-46C2-B75E-48E1783F2F72}" dt="2021-10-03T21:14:01.310" v="1788" actId="27636"/>
        <pc:sldMkLst>
          <pc:docMk/>
          <pc:sldMk cId="4234710579" sldId="262"/>
        </pc:sldMkLst>
        <pc:spChg chg="mod">
          <ac:chgData name="Jones, Evan A" userId="74fe0a6f-3dcd-44be-86e7-63ef83898d21" providerId="ADAL" clId="{8892FEE9-419B-46C2-B75E-48E1783F2F72}" dt="2021-10-03T21:02:13.005" v="285" actId="20577"/>
          <ac:spMkLst>
            <pc:docMk/>
            <pc:sldMk cId="4234710579" sldId="262"/>
            <ac:spMk id="2" creationId="{7DCE4CAC-9768-497E-883B-E69AC7ED1F5E}"/>
          </ac:spMkLst>
        </pc:spChg>
        <pc:spChg chg="mod">
          <ac:chgData name="Jones, Evan A" userId="74fe0a6f-3dcd-44be-86e7-63ef83898d21" providerId="ADAL" clId="{8892FEE9-419B-46C2-B75E-48E1783F2F72}" dt="2021-10-03T21:14:01.310" v="1788" actId="27636"/>
          <ac:spMkLst>
            <pc:docMk/>
            <pc:sldMk cId="4234710579" sldId="262"/>
            <ac:spMk id="3" creationId="{C9E8616C-E881-4332-8565-D8B908DC15EA}"/>
          </ac:spMkLst>
        </pc:spChg>
      </pc:sldChg>
      <pc:sldChg chg="modSp new mod">
        <pc:chgData name="Jones, Evan A" userId="74fe0a6f-3dcd-44be-86e7-63ef83898d21" providerId="ADAL" clId="{8892FEE9-419B-46C2-B75E-48E1783F2F72}" dt="2021-10-04T22:20:05.649" v="1919" actId="313"/>
        <pc:sldMkLst>
          <pc:docMk/>
          <pc:sldMk cId="325916984" sldId="266"/>
        </pc:sldMkLst>
        <pc:spChg chg="mod">
          <ac:chgData name="Jones, Evan A" userId="74fe0a6f-3dcd-44be-86e7-63ef83898d21" providerId="ADAL" clId="{8892FEE9-419B-46C2-B75E-48E1783F2F72}" dt="2021-10-03T21:02:26.024" v="302" actId="20577"/>
          <ac:spMkLst>
            <pc:docMk/>
            <pc:sldMk cId="325916984" sldId="266"/>
            <ac:spMk id="2" creationId="{0FF1F449-001B-4C50-AF30-C269DC5DB1AE}"/>
          </ac:spMkLst>
        </pc:spChg>
        <pc:spChg chg="mod">
          <ac:chgData name="Jones, Evan A" userId="74fe0a6f-3dcd-44be-86e7-63ef83898d21" providerId="ADAL" clId="{8892FEE9-419B-46C2-B75E-48E1783F2F72}" dt="2021-10-04T22:20:05.649" v="1919" actId="313"/>
          <ac:spMkLst>
            <pc:docMk/>
            <pc:sldMk cId="325916984" sldId="266"/>
            <ac:spMk id="3" creationId="{FF2BE6E4-11FC-469B-82CC-17198240BDF2}"/>
          </ac:spMkLst>
        </pc:spChg>
      </pc:sldChg>
      <pc:sldChg chg="addSp delSp modSp new mod">
        <pc:chgData name="Jones, Evan A" userId="74fe0a6f-3dcd-44be-86e7-63ef83898d21" providerId="ADAL" clId="{8892FEE9-419B-46C2-B75E-48E1783F2F72}" dt="2021-10-04T22:19:48.186" v="1918" actId="20577"/>
        <pc:sldMkLst>
          <pc:docMk/>
          <pc:sldMk cId="3939486368" sldId="267"/>
        </pc:sldMkLst>
        <pc:spChg chg="del">
          <ac:chgData name="Jones, Evan A" userId="74fe0a6f-3dcd-44be-86e7-63ef83898d21" providerId="ADAL" clId="{8892FEE9-419B-46C2-B75E-48E1783F2F72}" dt="2021-10-03T21:14:30.849" v="1791" actId="478"/>
          <ac:spMkLst>
            <pc:docMk/>
            <pc:sldMk cId="3939486368" sldId="267"/>
            <ac:spMk id="2" creationId="{D9184EE5-13EA-4F06-B6D3-488F52C04455}"/>
          </ac:spMkLst>
        </pc:spChg>
        <pc:spChg chg="del">
          <ac:chgData name="Jones, Evan A" userId="74fe0a6f-3dcd-44be-86e7-63ef83898d21" providerId="ADAL" clId="{8892FEE9-419B-46C2-B75E-48E1783F2F72}" dt="2021-10-03T21:14:29.770" v="1790" actId="478"/>
          <ac:spMkLst>
            <pc:docMk/>
            <pc:sldMk cId="3939486368" sldId="267"/>
            <ac:spMk id="3" creationId="{2282EA93-0107-48AB-A3C3-9E141499F165}"/>
          </ac:spMkLst>
        </pc:spChg>
        <pc:spChg chg="add mod">
          <ac:chgData name="Jones, Evan A" userId="74fe0a6f-3dcd-44be-86e7-63ef83898d21" providerId="ADAL" clId="{8892FEE9-419B-46C2-B75E-48E1783F2F72}" dt="2021-10-04T22:19:48.186" v="1918" actId="20577"/>
          <ac:spMkLst>
            <pc:docMk/>
            <pc:sldMk cId="3939486368" sldId="267"/>
            <ac:spMk id="26" creationId="{77D29013-325B-413E-85FE-B3E29C1C3930}"/>
          </ac:spMkLst>
        </pc:spChg>
        <pc:spChg chg="add mod ord">
          <ac:chgData name="Jones, Evan A" userId="74fe0a6f-3dcd-44be-86e7-63ef83898d21" providerId="ADAL" clId="{8892FEE9-419B-46C2-B75E-48E1783F2F72}" dt="2021-10-03T21:21:01.607" v="1888" actId="167"/>
          <ac:spMkLst>
            <pc:docMk/>
            <pc:sldMk cId="3939486368" sldId="267"/>
            <ac:spMk id="29" creationId="{AA1632B9-C2A1-4BF7-A239-087BB4F7792C}"/>
          </ac:spMkLst>
        </pc:spChg>
        <pc:spChg chg="add mod">
          <ac:chgData name="Jones, Evan A" userId="74fe0a6f-3dcd-44be-86e7-63ef83898d21" providerId="ADAL" clId="{8892FEE9-419B-46C2-B75E-48E1783F2F72}" dt="2021-10-03T21:23:09.955" v="1912" actId="5793"/>
          <ac:spMkLst>
            <pc:docMk/>
            <pc:sldMk cId="3939486368" sldId="267"/>
            <ac:spMk id="30" creationId="{B3480CFF-B8CB-4562-8EB5-AA3449E5F8EF}"/>
          </ac:spMkLst>
        </pc:spChg>
        <pc:picChg chg="add mod modCrop">
          <ac:chgData name="Jones, Evan A" userId="74fe0a6f-3dcd-44be-86e7-63ef83898d21" providerId="ADAL" clId="{8892FEE9-419B-46C2-B75E-48E1783F2F72}" dt="2021-10-03T21:17:21.846" v="1814" actId="1076"/>
          <ac:picMkLst>
            <pc:docMk/>
            <pc:sldMk cId="3939486368" sldId="267"/>
            <ac:picMk id="5" creationId="{A70F2F79-F2A4-4F6E-BB17-B2493F16D834}"/>
          </ac:picMkLst>
        </pc:picChg>
        <pc:picChg chg="add mod">
          <ac:chgData name="Jones, Evan A" userId="74fe0a6f-3dcd-44be-86e7-63ef83898d21" providerId="ADAL" clId="{8892FEE9-419B-46C2-B75E-48E1783F2F72}" dt="2021-10-03T21:18:45.577" v="1832" actId="1076"/>
          <ac:picMkLst>
            <pc:docMk/>
            <pc:sldMk cId="3939486368" sldId="267"/>
            <ac:picMk id="6" creationId="{B75BC64E-98CA-470B-9A1A-D57763319B79}"/>
          </ac:picMkLst>
        </pc:picChg>
        <pc:picChg chg="add mod">
          <ac:chgData name="Jones, Evan A" userId="74fe0a6f-3dcd-44be-86e7-63ef83898d21" providerId="ADAL" clId="{8892FEE9-419B-46C2-B75E-48E1783F2F72}" dt="2021-10-03T21:20:34.695" v="1883" actId="1076"/>
          <ac:picMkLst>
            <pc:docMk/>
            <pc:sldMk cId="3939486368" sldId="267"/>
            <ac:picMk id="8" creationId="{80DB352D-5242-46CD-9A28-23AF508FC536}"/>
          </ac:picMkLst>
        </pc:picChg>
        <pc:picChg chg="add mod">
          <ac:chgData name="Jones, Evan A" userId="74fe0a6f-3dcd-44be-86e7-63ef83898d21" providerId="ADAL" clId="{8892FEE9-419B-46C2-B75E-48E1783F2F72}" dt="2021-10-03T21:21:04.957" v="1889" actId="1076"/>
          <ac:picMkLst>
            <pc:docMk/>
            <pc:sldMk cId="3939486368" sldId="267"/>
            <ac:picMk id="28" creationId="{EE96952F-8CE0-4F67-AEA4-C8FB3B557435}"/>
          </ac:picMkLst>
        </pc:picChg>
        <pc:cxnChg chg="add del">
          <ac:chgData name="Jones, Evan A" userId="74fe0a6f-3dcd-44be-86e7-63ef83898d21" providerId="ADAL" clId="{8892FEE9-419B-46C2-B75E-48E1783F2F72}" dt="2021-10-03T21:17:21.020" v="1813" actId="11529"/>
          <ac:cxnSpMkLst>
            <pc:docMk/>
            <pc:sldMk cId="3939486368" sldId="267"/>
            <ac:cxnSpMk id="10" creationId="{0EFC3AA9-F1B2-4968-BD08-CEA487731753}"/>
          </ac:cxnSpMkLst>
        </pc:cxnChg>
        <pc:cxnChg chg="add mod">
          <ac:chgData name="Jones, Evan A" userId="74fe0a6f-3dcd-44be-86e7-63ef83898d21" providerId="ADAL" clId="{8892FEE9-419B-46C2-B75E-48E1783F2F72}" dt="2021-10-03T21:18:45.412" v="1831" actId="1076"/>
          <ac:cxnSpMkLst>
            <pc:docMk/>
            <pc:sldMk cId="3939486368" sldId="267"/>
            <ac:cxnSpMk id="12" creationId="{571A1D2B-F857-467C-8331-F9B755AA9721}"/>
          </ac:cxnSpMkLst>
        </pc:cxnChg>
        <pc:cxnChg chg="add mod">
          <ac:chgData name="Jones, Evan A" userId="74fe0a6f-3dcd-44be-86e7-63ef83898d21" providerId="ADAL" clId="{8892FEE9-419B-46C2-B75E-48E1783F2F72}" dt="2021-10-03T21:18:33.515" v="1828" actId="208"/>
          <ac:cxnSpMkLst>
            <pc:docMk/>
            <pc:sldMk cId="3939486368" sldId="267"/>
            <ac:cxnSpMk id="16" creationId="{7E2F4E71-F78E-4287-92C9-333EF6D1B78A}"/>
          </ac:cxnSpMkLst>
        </pc:cxnChg>
        <pc:cxnChg chg="add mod">
          <ac:chgData name="Jones, Evan A" userId="74fe0a6f-3dcd-44be-86e7-63ef83898d21" providerId="ADAL" clId="{8892FEE9-419B-46C2-B75E-48E1783F2F72}" dt="2021-10-03T21:19:16.807" v="1836" actId="14100"/>
          <ac:cxnSpMkLst>
            <pc:docMk/>
            <pc:sldMk cId="3939486368" sldId="267"/>
            <ac:cxnSpMk id="24" creationId="{4B7F77DA-E541-45D8-9759-FE8244C195E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9EA0-0717-4B16-8F87-A60108406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20AB0-D08B-47F4-9DC3-FC295FFFA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AE71-8F84-4674-AEC6-B8CAB684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6515B-0DFB-40C1-8433-639B20F7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F8610-47EB-429E-9A6F-10219472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1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8FF3-7275-4E04-95AE-547E6064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4C8E-9E1E-422E-8349-4DF14F37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66C5C-598B-4302-ABF2-5D242C57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07DC-E38A-4BBF-8978-5CCCE07B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A5642-65A8-4BA7-90B7-684B3C36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6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3B44-B948-4C6C-831B-004F061B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4902E-BB56-4439-9E3D-7390E347D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80A1-749A-4FF8-B982-C08FA1BD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865C8-E336-4004-944F-C82F74A6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C6D1C-1DB4-42F5-87EE-95810802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EE17-EC14-4F5B-869E-2FB7C094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DA37-2503-40AD-8EB7-2C6F77FE7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BB455-86DF-493E-94C6-C7CBF093D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1A7C8-A25B-4BB9-8769-65B47EB4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4D1AE-86FF-406C-873E-84F26D8C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94521-4AC6-41D1-A8CC-CFB4D2CB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0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4035-0A7A-4E83-9E2A-4BB8B2CB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9CDAE-1785-408B-A295-DF3FFEA25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86A4-FBB3-4ED9-8364-9D01B6E44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804FD-5206-43B9-8E76-6B3A32D37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7B1DC-C8E6-43FB-8AD6-E06BAA67A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50B19-AA7C-4732-8FAC-F3673893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66E41-776B-46BE-B42E-1DD362C1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DE8375-9F90-4409-9A41-1FAB17176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0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BB6E-24CB-4D8B-A519-8D5A1FCC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80FD9-2530-4915-9ECD-263F9617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2F71B-6E54-48A2-A678-3F4867FD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5B9D7-5989-424E-91EA-3F48D332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5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1CD68-2CAC-4716-B14F-11DF089F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78AD7-C59D-4C8E-B57C-AC8278C2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3CAC9-401D-45AC-BF36-AF4EAB77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DDBA-A2A1-4882-AA37-0DFA37A0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7745-4ED7-4DDB-85AA-716D535F3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42C6B-5FA9-4B01-B0E3-F8FF01D0F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49634-9E71-4071-B314-8E7D8674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818B2-B77C-4A27-AE42-228AE8ED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5BBAC-3547-4599-92FD-CC8CC782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DB94-0AC2-48C3-806F-454456C5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F7FEE-0407-4BD9-8322-956F92895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522D9-17F6-452D-8745-7C1982512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0493E-A7BA-4E05-81C9-E1F546D4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9F68E-31B1-4CB9-B616-3C0ED8CD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9A294-057F-4E4C-A679-77C8FF51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2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B8C2-C8F0-421A-BD4B-2E9665C1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69280-7D60-41B1-803D-0E8065ED6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EDE6C-C00B-40A5-BEF4-C337B850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14CE7-7BEA-4BD6-B1B6-0C24A655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325F5-AB06-4DA2-99A3-366496F6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D9F17-17F7-4A48-A145-B606F34E6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F7095-FDEA-41A2-8ABB-AF7188FB0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9687C-E282-4A26-87FE-88466397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53994-6E65-4BE1-ABF2-9372339D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D172-20E9-426A-AD35-8C1F6387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90917-4D25-470A-929B-8C3E765C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522AF-CC55-4BD7-8E7C-87AD3408A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66808-18F0-4DEB-89E0-C395D224E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BE106-FCA4-4459-A21D-DD91DF6C740D}" type="datetimeFigureOut">
              <a:rPr lang="en-US" smtClean="0"/>
              <a:t>10/4/2021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8C52D-8243-4083-BB9E-57FBF27E3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4BEE6-E4DB-4D4A-86CC-249433851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22F76-9717-438B-B00F-D6B6BCE72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ighways.dot.gov/research/long-term-infrastructure-performance/ltbp/data-analysis/bridge-deck-condition-rating-survival" TargetMode="External"/><Relationship Id="rId2" Type="http://schemas.openxmlformats.org/officeDocument/2006/relationships/hyperlink" Target="https://infobridge.fhwa.dot.gov/Data/SelectedBridges#!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highways.dot.gov/research/long-term-infrastructure-performance/ltbp/data-analysis/bridge-deck-condition-rating-base" TargetMode="External"/><Relationship Id="rId4" Type="http://schemas.openxmlformats.org/officeDocument/2006/relationships/hyperlink" Target="https://highways.dot.gov/research/long-term-infrastructure-performance/ltbp/data-analysis/bridge-deck-condition-rating-machin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infobridge.fhwa.dot.gov/Data/SelectedBridges#!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0E058-F71C-49ED-8255-F9A75243E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3311" y="1709104"/>
            <a:ext cx="4607151" cy="84768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u="sng" dirty="0"/>
              <a:t>Bridging the Gap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508C0-FB0C-4286-B13B-2D8096D51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64803" y="6407017"/>
            <a:ext cx="1365431" cy="382305"/>
          </a:xfrm>
        </p:spPr>
        <p:txBody>
          <a:bodyPr anchor="t">
            <a:normAutofit/>
          </a:bodyPr>
          <a:lstStyle/>
          <a:p>
            <a:pPr algn="l"/>
            <a:r>
              <a:rPr lang="en-US" sz="2000" dirty="0"/>
              <a:t>Evan Jones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icture containing water, sky, bridge, building&#10;&#10;Description automatically generated">
            <a:extLst>
              <a:ext uri="{FF2B5EF4-FFF2-40B4-BE49-F238E27FC236}">
                <a16:creationId xmlns:a16="http://schemas.microsoft.com/office/drawing/2014/main" id="{5044E80F-91CE-4408-A122-080218935D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2" r="10426" b="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D9D1DA-D503-4856-B4CF-AE3F76A37821}"/>
              </a:ext>
            </a:extLst>
          </p:cNvPr>
          <p:cNvSpPr txBox="1"/>
          <p:nvPr/>
        </p:nvSpPr>
        <p:spPr>
          <a:xfrm>
            <a:off x="7413311" y="2670599"/>
            <a:ext cx="4297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C0C0"/>
                </a:solidFill>
              </a:rPr>
              <a:t>A new approach to visualizing and modeling the United States’ aging critical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247035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800802-0CAE-4E64-931D-7118D7639ABB}"/>
              </a:ext>
            </a:extLst>
          </p:cNvPr>
          <p:cNvSpPr/>
          <p:nvPr/>
        </p:nvSpPr>
        <p:spPr>
          <a:xfrm>
            <a:off x="2068192" y="1758160"/>
            <a:ext cx="7888172" cy="303361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BD9AE-46FA-4516-8336-530B60DA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4FBF-8A23-4830-87D9-5E03E1ED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961" y="2314586"/>
            <a:ext cx="6312173" cy="203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/>
              </a:rPr>
              <a:t>“There are more than 617,000 bridges across the United States. Currently, 42% of all bridges are at least 50 years old, and 46,154, or 7.5% of the nation’s bridges, are considered structurally deficient, meaning they are in “poor” condition.“</a:t>
            </a:r>
          </a:p>
          <a:p>
            <a:pPr marL="0" indent="0">
              <a:buNone/>
            </a:pPr>
            <a:r>
              <a:rPr lang="en-US" sz="2000" dirty="0">
                <a:effectLst/>
              </a:rPr>
              <a:t>	 – American Society of Civil Engineers 2021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557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7C9C3B8-8234-4347-8596-ADFD44328C2D}"/>
              </a:ext>
            </a:extLst>
          </p:cNvPr>
          <p:cNvSpPr/>
          <p:nvPr/>
        </p:nvSpPr>
        <p:spPr>
          <a:xfrm>
            <a:off x="8085246" y="1789324"/>
            <a:ext cx="2456100" cy="85602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D7708108-F80D-48A8-BC22-023C92EB266C}"/>
              </a:ext>
            </a:extLst>
          </p:cNvPr>
          <p:cNvSpPr/>
          <p:nvPr/>
        </p:nvSpPr>
        <p:spPr>
          <a:xfrm>
            <a:off x="1557526" y="1789324"/>
            <a:ext cx="2456100" cy="85602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30F7C6-FB87-45ED-85DD-68BB2F0BADE4}"/>
              </a:ext>
            </a:extLst>
          </p:cNvPr>
          <p:cNvSpPr/>
          <p:nvPr/>
        </p:nvSpPr>
        <p:spPr>
          <a:xfrm>
            <a:off x="3016568" y="3323673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9AC8DD-518F-4F0C-9A81-BB09E2AEFFBD}"/>
              </a:ext>
            </a:extLst>
          </p:cNvPr>
          <p:cNvSpPr/>
          <p:nvPr/>
        </p:nvSpPr>
        <p:spPr>
          <a:xfrm>
            <a:off x="1653867" y="4773935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hlinkClick r:id="rId3"/>
            <a:extLst>
              <a:ext uri="{FF2B5EF4-FFF2-40B4-BE49-F238E27FC236}">
                <a16:creationId xmlns:a16="http://schemas.microsoft.com/office/drawing/2014/main" id="{83B1F335-3B0C-41DC-909F-1C8ACD9B7CA5}"/>
              </a:ext>
            </a:extLst>
          </p:cNvPr>
          <p:cNvSpPr/>
          <p:nvPr/>
        </p:nvSpPr>
        <p:spPr>
          <a:xfrm>
            <a:off x="8226544" y="4694868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hlinkClick r:id="rId4"/>
            <a:extLst>
              <a:ext uri="{FF2B5EF4-FFF2-40B4-BE49-F238E27FC236}">
                <a16:creationId xmlns:a16="http://schemas.microsoft.com/office/drawing/2014/main" id="{FC85691B-50EA-44AA-82FF-FE8D8B3B8560}"/>
              </a:ext>
            </a:extLst>
          </p:cNvPr>
          <p:cNvSpPr/>
          <p:nvPr/>
        </p:nvSpPr>
        <p:spPr>
          <a:xfrm>
            <a:off x="9647913" y="3299297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hlinkClick r:id="rId5"/>
            <a:extLst>
              <a:ext uri="{FF2B5EF4-FFF2-40B4-BE49-F238E27FC236}">
                <a16:creationId xmlns:a16="http://schemas.microsoft.com/office/drawing/2014/main" id="{EAD0615B-3D5C-4B6E-A51C-1CD70751A244}"/>
              </a:ext>
            </a:extLst>
          </p:cNvPr>
          <p:cNvSpPr/>
          <p:nvPr/>
        </p:nvSpPr>
        <p:spPr>
          <a:xfrm>
            <a:off x="6815675" y="3364817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FE84DF-BEEF-4AB2-A6BF-05573EF65E5A}"/>
              </a:ext>
            </a:extLst>
          </p:cNvPr>
          <p:cNvSpPr/>
          <p:nvPr/>
        </p:nvSpPr>
        <p:spPr>
          <a:xfrm>
            <a:off x="184327" y="3396933"/>
            <a:ext cx="2359759" cy="1274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0D3D7-269C-4CF0-B155-EDDCD756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Offerings/Solutions:</a:t>
            </a:r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6366B8FA-C6C1-47EC-A4FE-2B04EC3F0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279073" y="659587"/>
            <a:ext cx="3346622" cy="736638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53F7F5-8931-44E9-9630-72766B40E9AF}"/>
              </a:ext>
            </a:extLst>
          </p:cNvPr>
          <p:cNvSpPr txBox="1"/>
          <p:nvPr/>
        </p:nvSpPr>
        <p:spPr>
          <a:xfrm>
            <a:off x="1664267" y="2032671"/>
            <a:ext cx="227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Visualization Offerings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A14F5-4E7F-4E2C-8A56-5E8EA5F72DB3}"/>
              </a:ext>
            </a:extLst>
          </p:cNvPr>
          <p:cNvSpPr txBox="1"/>
          <p:nvPr/>
        </p:nvSpPr>
        <p:spPr>
          <a:xfrm>
            <a:off x="8367440" y="2030877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Modeling Offerings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AA728C-AB45-4E24-98AB-90ADA5868230}"/>
              </a:ext>
            </a:extLst>
          </p:cNvPr>
          <p:cNvSpPr txBox="1"/>
          <p:nvPr/>
        </p:nvSpPr>
        <p:spPr>
          <a:xfrm>
            <a:off x="365820" y="3572577"/>
            <a:ext cx="1996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Bridge Selection &amp; Data Table Presentation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9DD71C-488A-4635-8312-ED3CDA7A89C8}"/>
              </a:ext>
            </a:extLst>
          </p:cNvPr>
          <p:cNvSpPr txBox="1"/>
          <p:nvPr/>
        </p:nvSpPr>
        <p:spPr>
          <a:xfrm>
            <a:off x="3075237" y="3643253"/>
            <a:ext cx="2359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Bridge Geographic Mapping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F2A698-40EE-4985-99D9-C72A81FFE361}"/>
              </a:ext>
            </a:extLst>
          </p:cNvPr>
          <p:cNvSpPr txBox="1"/>
          <p:nvPr/>
        </p:nvSpPr>
        <p:spPr>
          <a:xfrm>
            <a:off x="1729399" y="4988986"/>
            <a:ext cx="2208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Bridge Performance History &amp; Forecast Plots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86007B-8E70-4A68-A22C-658A6B541DAC}"/>
              </a:ext>
            </a:extLst>
          </p:cNvPr>
          <p:cNvSpPr txBox="1"/>
          <p:nvPr/>
        </p:nvSpPr>
        <p:spPr>
          <a:xfrm>
            <a:off x="7036528" y="3508794"/>
            <a:ext cx="1955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“Base Models” with Grouping &amp; Subset Statistics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50E62F-9EA1-4BEB-AE3C-DBC0B65CF8B7}"/>
              </a:ext>
            </a:extLst>
          </p:cNvPr>
          <p:cNvSpPr txBox="1"/>
          <p:nvPr/>
        </p:nvSpPr>
        <p:spPr>
          <a:xfrm>
            <a:off x="8364067" y="4871381"/>
            <a:ext cx="2161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“Survival Models” Markov Chain Models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22FE7-72DC-4402-BBB9-F1DCDD1C952C}"/>
              </a:ext>
            </a:extLst>
          </p:cNvPr>
          <p:cNvSpPr txBox="1"/>
          <p:nvPr/>
        </p:nvSpPr>
        <p:spPr>
          <a:xfrm>
            <a:off x="9798166" y="3593760"/>
            <a:ext cx="2059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“Machine Learning Models” CNN’s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CCEA81-E0D8-4635-8856-805CB52F8602}"/>
              </a:ext>
            </a:extLst>
          </p:cNvPr>
          <p:cNvCxnSpPr>
            <a:stCxn id="33" idx="2"/>
            <a:endCxn id="27" idx="0"/>
          </p:cNvCxnSpPr>
          <p:nvPr/>
        </p:nvCxnSpPr>
        <p:spPr>
          <a:xfrm flipH="1">
            <a:off x="1364207" y="2645351"/>
            <a:ext cx="1421369" cy="75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8F3D63-9587-4CAA-9961-A2E39BA6BB14}"/>
              </a:ext>
            </a:extLst>
          </p:cNvPr>
          <p:cNvCxnSpPr>
            <a:stCxn id="33" idx="2"/>
            <a:endCxn id="29" idx="0"/>
          </p:cNvCxnSpPr>
          <p:nvPr/>
        </p:nvCxnSpPr>
        <p:spPr>
          <a:xfrm>
            <a:off x="2785576" y="2645351"/>
            <a:ext cx="1410872" cy="678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79B24F-2F4B-42EF-BDB1-9E89CE936972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2785576" y="2645351"/>
            <a:ext cx="48171" cy="2128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587B31A-24A6-4041-A1B0-0C9EE9EF80B2}"/>
              </a:ext>
            </a:extLst>
          </p:cNvPr>
          <p:cNvCxnSpPr>
            <a:stCxn id="34" idx="2"/>
            <a:endCxn id="32" idx="0"/>
          </p:cNvCxnSpPr>
          <p:nvPr/>
        </p:nvCxnSpPr>
        <p:spPr>
          <a:xfrm flipH="1">
            <a:off x="7995555" y="2645351"/>
            <a:ext cx="1317741" cy="719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79E1F6-9A16-41B9-83FB-D56423250588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>
          <a:xfrm>
            <a:off x="9313296" y="2645351"/>
            <a:ext cx="1514497" cy="653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E172EF-26D1-4F36-8693-79D7C45DFB5F}"/>
              </a:ext>
            </a:extLst>
          </p:cNvPr>
          <p:cNvCxnSpPr>
            <a:stCxn id="34" idx="2"/>
            <a:endCxn id="30" idx="0"/>
          </p:cNvCxnSpPr>
          <p:nvPr/>
        </p:nvCxnSpPr>
        <p:spPr>
          <a:xfrm>
            <a:off x="9313296" y="2645351"/>
            <a:ext cx="93128" cy="204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34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F0CEE0-818C-478D-83A5-81BD7BDB895C}"/>
              </a:ext>
            </a:extLst>
          </p:cNvPr>
          <p:cNvSpPr/>
          <p:nvPr/>
        </p:nvSpPr>
        <p:spPr>
          <a:xfrm>
            <a:off x="1167740" y="1360338"/>
            <a:ext cx="3732811" cy="6499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813-C6DD-4E5F-A15E-F6E1EA60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199" y="302822"/>
            <a:ext cx="10515600" cy="770948"/>
          </a:xfrm>
        </p:spPr>
        <p:txBody>
          <a:bodyPr/>
          <a:lstStyle/>
          <a:p>
            <a:r>
              <a:rPr lang="en-US" dirty="0"/>
              <a:t>How can we add 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EE266-CCF4-41F8-8CD1-A03077CBB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4590"/>
            <a:ext cx="4359234" cy="4440587"/>
          </a:xfrm>
        </p:spPr>
        <p:txBody>
          <a:bodyPr>
            <a:noAutofit/>
          </a:bodyPr>
          <a:lstStyle/>
          <a:p>
            <a:pPr marL="514350" indent="-514350">
              <a:buAutoNum type="arabicParenR"/>
            </a:pPr>
            <a:r>
              <a:rPr lang="en-US" sz="2000" dirty="0"/>
              <a:t>Improve the visualization quality, usability, &amp; ascetics</a:t>
            </a:r>
          </a:p>
          <a:p>
            <a:pPr marL="514350" indent="-514350">
              <a:buAutoNum type="arabicParenR"/>
            </a:pPr>
            <a:r>
              <a:rPr lang="en-US" sz="2000" dirty="0"/>
              <a:t>Create dynamic visualizations that respond to changes in underlying model assumptions</a:t>
            </a:r>
          </a:p>
          <a:p>
            <a:pPr marL="514350" indent="-514350">
              <a:buAutoNum type="arabicParenR"/>
            </a:pPr>
            <a:r>
              <a:rPr lang="en-US" sz="2000" dirty="0"/>
              <a:t>Include bridge images to better connect users with their locality</a:t>
            </a:r>
          </a:p>
          <a:p>
            <a:pPr marL="514350" indent="-514350">
              <a:buAutoNum type="arabicParenR"/>
            </a:pPr>
            <a:r>
              <a:rPr lang="en-US" sz="2000" dirty="0"/>
              <a:t>Filter, streamline, and consolidate data offerings</a:t>
            </a:r>
          </a:p>
          <a:p>
            <a:pPr marL="514350" indent="-514350">
              <a:buAutoNum type="arabicParenR"/>
            </a:pPr>
            <a:r>
              <a:rPr lang="en-US" sz="2000" dirty="0"/>
              <a:t>Offer visualization of currently active projects</a:t>
            </a:r>
          </a:p>
          <a:p>
            <a:pPr marL="514350" indent="-514350">
              <a:buAutoNum type="arabicParenR"/>
            </a:pPr>
            <a:r>
              <a:rPr lang="en-US" sz="2000" dirty="0"/>
              <a:t>Offer locality comparison tool</a:t>
            </a:r>
          </a:p>
          <a:p>
            <a:pPr marL="514350" indent="-514350">
              <a:buAutoNum type="arabicParenR"/>
            </a:pPr>
            <a:r>
              <a:rPr lang="en-US" sz="2000" dirty="0"/>
              <a:t>Offer ranking visualization tool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EE5B4D-D065-4799-B497-590B1747C136}"/>
              </a:ext>
            </a:extLst>
          </p:cNvPr>
          <p:cNvSpPr txBox="1">
            <a:spLocks/>
          </p:cNvSpPr>
          <p:nvPr/>
        </p:nvSpPr>
        <p:spPr>
          <a:xfrm>
            <a:off x="6096000" y="2114590"/>
            <a:ext cx="4359234" cy="4440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Experiment with alternative modeling approach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Leverage additional data-sources to augment model 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Model impact of bridge closure on surrounding alternate routes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Model estimated repair time and completion of planned or ongoing repairs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Offer several modeling approaches for users to experiment with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sz="2000" dirty="0"/>
              <a:t>Offer scenario analysis modeling of best- and worst-case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4780E-CAD9-45F9-B17E-E5CE73F956E1}"/>
              </a:ext>
            </a:extLst>
          </p:cNvPr>
          <p:cNvSpPr txBox="1"/>
          <p:nvPr/>
        </p:nvSpPr>
        <p:spPr>
          <a:xfrm>
            <a:off x="981199" y="1475133"/>
            <a:ext cx="4073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Visualization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F19D1-4686-47BD-9469-7C17E58640B1}"/>
              </a:ext>
            </a:extLst>
          </p:cNvPr>
          <p:cNvSpPr txBox="1"/>
          <p:nvPr/>
        </p:nvSpPr>
        <p:spPr>
          <a:xfrm>
            <a:off x="6238999" y="1579418"/>
            <a:ext cx="4073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Modeling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6902F-BB50-43DC-AA37-BD8080A644F9}"/>
              </a:ext>
            </a:extLst>
          </p:cNvPr>
          <p:cNvSpPr/>
          <p:nvPr/>
        </p:nvSpPr>
        <p:spPr>
          <a:xfrm>
            <a:off x="6392883" y="1360338"/>
            <a:ext cx="3732811" cy="6499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D162C-64DE-4C7C-9533-E5B60C7A1D9E}"/>
              </a:ext>
            </a:extLst>
          </p:cNvPr>
          <p:cNvSpPr txBox="1"/>
          <p:nvPr/>
        </p:nvSpPr>
        <p:spPr>
          <a:xfrm>
            <a:off x="6238999" y="1475133"/>
            <a:ext cx="4073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Modeling Improvements</a:t>
            </a:r>
          </a:p>
        </p:txBody>
      </p:sp>
    </p:spTree>
    <p:extLst>
      <p:ext uri="{BB962C8B-B14F-4D97-AF65-F5344CB8AC3E}">
        <p14:creationId xmlns:p14="http://schemas.microsoft.com/office/powerpoint/2010/main" val="97798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EE90D-BBD8-4477-8678-7AE2769BE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&amp; Integration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4D2D5C-59D6-4A87-BEE5-58DC4A14333F}"/>
              </a:ext>
            </a:extLst>
          </p:cNvPr>
          <p:cNvSpPr/>
          <p:nvPr/>
        </p:nvSpPr>
        <p:spPr>
          <a:xfrm>
            <a:off x="3929696" y="1660406"/>
            <a:ext cx="2086507" cy="12259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Traffic Load/Accident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9CFE1-AAF8-475E-9779-ECB3679D2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78" y="1887563"/>
            <a:ext cx="2586406" cy="77181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6CFD72D-CB10-4E63-8AE9-77014EF56EFD}"/>
              </a:ext>
            </a:extLst>
          </p:cNvPr>
          <p:cNvSpPr/>
          <p:nvPr/>
        </p:nvSpPr>
        <p:spPr>
          <a:xfrm>
            <a:off x="4049391" y="3002264"/>
            <a:ext cx="1847115" cy="990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RT/Historical Weather &amp; Climate 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B1D775-C601-4187-9E72-20F08230F39A}"/>
              </a:ext>
            </a:extLst>
          </p:cNvPr>
          <p:cNvSpPr/>
          <p:nvPr/>
        </p:nvSpPr>
        <p:spPr>
          <a:xfrm>
            <a:off x="3895683" y="4139849"/>
            <a:ext cx="2154529" cy="1057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Bridge Collapse &amp; Causes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511110-5A7F-4DE6-BBA7-44EAAE8E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21590"/>
            <a:ext cx="2519514" cy="3520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16ED50-96B2-41BD-8F6E-A3CF05F45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09" y="4246425"/>
            <a:ext cx="1492327" cy="84459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05F163-711A-409D-BA98-E8BE712DC457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3389284" y="2273399"/>
            <a:ext cx="540412" cy="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8493A9-E296-41FA-91B5-CEBA62BE0192}"/>
              </a:ext>
            </a:extLst>
          </p:cNvPr>
          <p:cNvCxnSpPr>
            <a:cxnSpLocks/>
            <a:stCxn id="12" idx="3"/>
            <a:endCxn id="9" idx="2"/>
          </p:cNvCxnSpPr>
          <p:nvPr/>
        </p:nvCxnSpPr>
        <p:spPr>
          <a:xfrm>
            <a:off x="3357714" y="3497601"/>
            <a:ext cx="6916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D8D7DF-CCF4-4938-B552-EF7258EC5CC3}"/>
              </a:ext>
            </a:extLst>
          </p:cNvPr>
          <p:cNvCxnSpPr>
            <a:cxnSpLocks/>
            <a:stCxn id="14" idx="3"/>
            <a:endCxn id="10" idx="2"/>
          </p:cNvCxnSpPr>
          <p:nvPr/>
        </p:nvCxnSpPr>
        <p:spPr>
          <a:xfrm>
            <a:off x="2536136" y="4668722"/>
            <a:ext cx="1359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7895781E-3D31-4FDB-A499-477268394846}"/>
              </a:ext>
            </a:extLst>
          </p:cNvPr>
          <p:cNvSpPr/>
          <p:nvPr/>
        </p:nvSpPr>
        <p:spPr>
          <a:xfrm>
            <a:off x="3861674" y="5335552"/>
            <a:ext cx="2154529" cy="1057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Individual Bridge Location &amp; Status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839479-BCA3-470C-AF8A-277146C79DA5}"/>
              </a:ext>
            </a:extLst>
          </p:cNvPr>
          <p:cNvCxnSpPr>
            <a:cxnSpLocks/>
            <a:stCxn id="42" idx="3"/>
            <a:endCxn id="39" idx="2"/>
          </p:cNvCxnSpPr>
          <p:nvPr/>
        </p:nvCxnSpPr>
        <p:spPr>
          <a:xfrm>
            <a:off x="2963923" y="5864425"/>
            <a:ext cx="897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Content Placeholder 4">
            <a:hlinkClick r:id="rId5"/>
            <a:extLst>
              <a:ext uri="{FF2B5EF4-FFF2-40B4-BE49-F238E27FC236}">
                <a16:creationId xmlns:a16="http://schemas.microsoft.com/office/drawing/2014/main" id="{B7C549E8-F26B-47EE-9CF5-402B41A8E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16021" y="5562598"/>
            <a:ext cx="2347902" cy="603653"/>
          </a:xfr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20AD98C-C827-4533-989F-95A9A1B20A0E}"/>
              </a:ext>
            </a:extLst>
          </p:cNvPr>
          <p:cNvSpPr txBox="1"/>
          <p:nvPr/>
        </p:nvSpPr>
        <p:spPr>
          <a:xfrm>
            <a:off x="7495726" y="1734789"/>
            <a:ext cx="3759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Custom file format still working on how to effectively parse but is doable. Initial size very large, but only needs to be processed once through offline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D2FCC3-7FD7-45CC-A074-3C69C8A91905}"/>
              </a:ext>
            </a:extLst>
          </p:cNvPr>
          <p:cNvSpPr txBox="1"/>
          <p:nvPr/>
        </p:nvSpPr>
        <p:spPr>
          <a:xfrm>
            <a:off x="7495726" y="2975366"/>
            <a:ext cx="3759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Utilize API offerings to retrieve necessary data on demand. Data size flexible depending on later determined need for granularity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46936A-53A6-499C-8E53-26E203DC1F99}"/>
              </a:ext>
            </a:extLst>
          </p:cNvPr>
          <p:cNvSpPr txBox="1"/>
          <p:nvPr/>
        </p:nvSpPr>
        <p:spPr>
          <a:xfrm>
            <a:off x="7495726" y="4253222"/>
            <a:ext cx="3759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1000 Rows ~20 Columns; relatively small csv download; Includes all major data for US bridge collapses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1BB826-1F43-4672-9B5A-C98C8529E8A3}"/>
              </a:ext>
            </a:extLst>
          </p:cNvPr>
          <p:cNvSpPr txBox="1"/>
          <p:nvPr/>
        </p:nvSpPr>
        <p:spPr>
          <a:xfrm>
            <a:off x="7495726" y="5335552"/>
            <a:ext cx="3759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Primary Data Source; 600K Rows with 30+ Columns; Most information can be reduced in column side; Flexible direct download options by State. 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347220-A0F5-42B6-A407-38FD99C3940A}"/>
              </a:ext>
            </a:extLst>
          </p:cNvPr>
          <p:cNvCxnSpPr>
            <a:stCxn id="4" idx="6"/>
            <a:endCxn id="46" idx="1"/>
          </p:cNvCxnSpPr>
          <p:nvPr/>
        </p:nvCxnSpPr>
        <p:spPr>
          <a:xfrm flipV="1">
            <a:off x="6016203" y="2273398"/>
            <a:ext cx="147952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A778E9B-5FE4-4264-9EAD-6FB293746127}"/>
              </a:ext>
            </a:extLst>
          </p:cNvPr>
          <p:cNvCxnSpPr>
            <a:stCxn id="9" idx="6"/>
            <a:endCxn id="48" idx="1"/>
          </p:cNvCxnSpPr>
          <p:nvPr/>
        </p:nvCxnSpPr>
        <p:spPr>
          <a:xfrm>
            <a:off x="5896506" y="3497601"/>
            <a:ext cx="1599220" cy="1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3A10B48-317E-4F71-8898-39301C606A71}"/>
              </a:ext>
            </a:extLst>
          </p:cNvPr>
          <p:cNvCxnSpPr>
            <a:stCxn id="10" idx="6"/>
            <a:endCxn id="49" idx="1"/>
          </p:cNvCxnSpPr>
          <p:nvPr/>
        </p:nvCxnSpPr>
        <p:spPr>
          <a:xfrm flipV="1">
            <a:off x="6050212" y="4668721"/>
            <a:ext cx="14455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810DC5-54D5-4BA6-9E4E-4D97A54EE9F2}"/>
              </a:ext>
            </a:extLst>
          </p:cNvPr>
          <p:cNvCxnSpPr>
            <a:stCxn id="39" idx="6"/>
            <a:endCxn id="50" idx="1"/>
          </p:cNvCxnSpPr>
          <p:nvPr/>
        </p:nvCxnSpPr>
        <p:spPr>
          <a:xfrm>
            <a:off x="6016203" y="5864425"/>
            <a:ext cx="1479523" cy="9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94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7F1C-5195-4B08-A53A-63BB19D3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0B9D-6FEB-40E5-A1C2-3B9FFD26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Largest problem will be alignment and consolidation of the four primary datasets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Possible scale errors in traffic and accident data, but can be identified with low level outlier analysis and removal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Duplication/renaming of bridges happens from time to time and may not always be represented in </a:t>
            </a:r>
            <a:r>
              <a:rPr lang="en-US" dirty="0" err="1"/>
              <a:t>InfoBridge</a:t>
            </a:r>
            <a:r>
              <a:rPr lang="en-US" dirty="0"/>
              <a:t> data. </a:t>
            </a:r>
          </a:p>
        </p:txBody>
      </p:sp>
    </p:spTree>
    <p:extLst>
      <p:ext uri="{BB962C8B-B14F-4D97-AF65-F5344CB8AC3E}">
        <p14:creationId xmlns:p14="http://schemas.microsoft.com/office/powerpoint/2010/main" val="122769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B541-5724-4023-8653-883D554C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072B-D7C9-49B9-8D91-DA4DB6C79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Create new and/or expand existing bridge failure &amp; rating models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Apply scenario analysis to effectively identify range of future outcomes under different underlying assumptions (weather, traffic, etc.)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Create modeling framework for project cost estimation or completion time forecasting</a:t>
            </a:r>
          </a:p>
        </p:txBody>
      </p:sp>
    </p:spTree>
    <p:extLst>
      <p:ext uri="{BB962C8B-B14F-4D97-AF65-F5344CB8AC3E}">
        <p14:creationId xmlns:p14="http://schemas.microsoft.com/office/powerpoint/2010/main" val="339859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4CAC-9768-497E-883B-E69AC7ED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616C-E881-4332-8565-D8B908DC1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en-US" dirty="0"/>
              <a:t>Interactive map of the United states at State level; Choropleth representing state of average bridge rating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Allow user to select a state, choropleth will zoom on selection and display point makers for each bridge in the state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Users hover over a point marker and will see a small image of the corresponding bridge with a summary of condition etc.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Users will have the option to show additional data on specific selection which will open a side pane with full bridge data, forecasts, and other relevant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423471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A1632B9-C2A1-4BF7-A239-087BB4F7792C}"/>
              </a:ext>
            </a:extLst>
          </p:cNvPr>
          <p:cNvSpPr/>
          <p:nvPr/>
        </p:nvSpPr>
        <p:spPr>
          <a:xfrm>
            <a:off x="9057662" y="3065006"/>
            <a:ext cx="3033610" cy="36615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A70F2F79-F2A4-4F6E-BB17-B2493F16D8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5" t="12492" r="11269" b="2485"/>
          <a:stretch/>
        </p:blipFill>
        <p:spPr>
          <a:xfrm>
            <a:off x="739182" y="693530"/>
            <a:ext cx="4869293" cy="259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5BC64E-98CA-470B-9A1A-D57763319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278" y="3464732"/>
            <a:ext cx="2893739" cy="2985604"/>
          </a:xfrm>
          <a:prstGeom prst="rect">
            <a:avLst/>
          </a:prstGeom>
        </p:spPr>
      </p:pic>
      <p:pic>
        <p:nvPicPr>
          <p:cNvPr id="8" name="Picture 7" descr="A building with a pond in front of it&#10;&#10;Description automatically generated with low confidence">
            <a:extLst>
              <a:ext uri="{FF2B5EF4-FFF2-40B4-BE49-F238E27FC236}">
                <a16:creationId xmlns:a16="http://schemas.microsoft.com/office/drawing/2014/main" id="{80DB352D-5242-46CD-9A28-23AF508FC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934" y="3464732"/>
            <a:ext cx="2530531" cy="16853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1A1D2B-F857-467C-8331-F9B755AA9721}"/>
              </a:ext>
            </a:extLst>
          </p:cNvPr>
          <p:cNvCxnSpPr>
            <a:cxnSpLocks/>
          </p:cNvCxnSpPr>
          <p:nvPr/>
        </p:nvCxnSpPr>
        <p:spPr>
          <a:xfrm>
            <a:off x="4246270" y="2531279"/>
            <a:ext cx="1236008" cy="1546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2F4E71-F78E-4287-92C9-333EF6D1B78A}"/>
              </a:ext>
            </a:extLst>
          </p:cNvPr>
          <p:cNvCxnSpPr>
            <a:cxnSpLocks/>
          </p:cNvCxnSpPr>
          <p:nvPr/>
        </p:nvCxnSpPr>
        <p:spPr>
          <a:xfrm>
            <a:off x="4273741" y="2531279"/>
            <a:ext cx="4073593" cy="933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7F77DA-E541-45D8-9759-FE8244C195EF}"/>
              </a:ext>
            </a:extLst>
          </p:cNvPr>
          <p:cNvCxnSpPr>
            <a:cxnSpLocks/>
          </p:cNvCxnSpPr>
          <p:nvPr/>
        </p:nvCxnSpPr>
        <p:spPr>
          <a:xfrm>
            <a:off x="7240635" y="4261967"/>
            <a:ext cx="19779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29013-325B-413E-85FE-B3E29C1C3930}"/>
              </a:ext>
            </a:extLst>
          </p:cNvPr>
          <p:cNvSpPr txBox="1"/>
          <p:nvPr/>
        </p:nvSpPr>
        <p:spPr>
          <a:xfrm>
            <a:off x="9975986" y="5443231"/>
            <a:ext cx="1964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Watson Mill Bridge</a:t>
            </a:r>
          </a:p>
          <a:p>
            <a:r>
              <a:rPr lang="en-US" dirty="0" err="1"/>
              <a:t>Arnoldsville</a:t>
            </a:r>
            <a:r>
              <a:rPr lang="en-US" dirty="0"/>
              <a:t>, GA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96952F-8CE0-4F67-AEA4-C8FB3B557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842" y="5292373"/>
            <a:ext cx="658365" cy="94804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3480CFF-B8CB-4562-8EB5-AA3449E5F8EF}"/>
              </a:ext>
            </a:extLst>
          </p:cNvPr>
          <p:cNvSpPr txBox="1"/>
          <p:nvPr/>
        </p:nvSpPr>
        <p:spPr>
          <a:xfrm>
            <a:off x="9822934" y="6298808"/>
            <a:ext cx="218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 Selection…</a:t>
            </a:r>
          </a:p>
        </p:txBody>
      </p:sp>
    </p:spTree>
    <p:extLst>
      <p:ext uri="{BB962C8B-B14F-4D97-AF65-F5344CB8AC3E}">
        <p14:creationId xmlns:p14="http://schemas.microsoft.com/office/powerpoint/2010/main" val="3939486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F449-001B-4C50-AF30-C269DC5D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&amp; Dissemination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E6E4-11FC-469B-82CC-17198240B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Present the content in the form of an interactive standalone webpage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Utilize d3, CSS/SCSS, &amp; JavaScript for frontend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Several options for backend and data management depending on group preference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Host and publish site using git-hub pages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Make trained models available via GitHub as well</a:t>
            </a:r>
          </a:p>
        </p:txBody>
      </p:sp>
    </p:spTree>
    <p:extLst>
      <p:ext uri="{BB962C8B-B14F-4D97-AF65-F5344CB8AC3E}">
        <p14:creationId xmlns:p14="http://schemas.microsoft.com/office/powerpoint/2010/main" val="325916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614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Bridging the Gap</vt:lpstr>
      <vt:lpstr>Problem Overview:</vt:lpstr>
      <vt:lpstr>Present Offerings/Solutions:</vt:lpstr>
      <vt:lpstr>How can we add value?</vt:lpstr>
      <vt:lpstr>Data Collection &amp; Integration</vt:lpstr>
      <vt:lpstr>Data Cleaning</vt:lpstr>
      <vt:lpstr>Data Analysis</vt:lpstr>
      <vt:lpstr>Visualization</vt:lpstr>
      <vt:lpstr>PowerPoint Presentation</vt:lpstr>
      <vt:lpstr>Presentation &amp; Dissemination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the Gap</dc:title>
  <dc:creator>Jones, Evan A</dc:creator>
  <cp:lastModifiedBy>Jones, Evan A</cp:lastModifiedBy>
  <cp:revision>1</cp:revision>
  <dcterms:created xsi:type="dcterms:W3CDTF">2021-10-03T18:54:53Z</dcterms:created>
  <dcterms:modified xsi:type="dcterms:W3CDTF">2021-10-04T22:44:44Z</dcterms:modified>
</cp:coreProperties>
</file>